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EU AI Act Text -&gt; LLM Graph Extraction -&gt; Neo4j -&gt; Web Dashboard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Backend: Neo4j (Graph DB) + vLLM / Gemini API (Compute Engine)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Frontend: Flask + Cytoscape.js (Single Page Dashboard)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Resumable pipeline with CLI / Web dual execution mode</a:t>
            </a:r>
          </a:p>
        </p:txBody>
      </p:sp>
      <p:pic>
        <p:nvPicPr>
          <p:cNvPr id="4" name="Picture 3" descr="slide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17520"/>
            <a:ext cx="11247120" cy="15652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1. Dual-LLM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Local vLLM for throughput, Gemini API fallback for failed chunks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-&gt; Cost efficiency + extraction completeness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2. Graph-Native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Entity relationships as first-class citizens in Neo4j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Native graph algorithms (KNN, WCC) via GDS plugin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49039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319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3. LLM-Assisted Entity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59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Embedding similarity + text distance for candidate narrowing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Gemini structured output for final merge judgment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749039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9319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4. Resumable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480559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Checkpoint per phase (pickle existence, node count, WCC property)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Resume after interruption without reprocessing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Methodology — Graph Extraction &amp; Ingestion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Graph Extraction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LLMGraphTransformer: auto-extract entities &amp; relations from text chunks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- 4-thread parallel, 300s timeout per chunk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vLLM (Qwen3-14B-AWQ) primary + Gemini API fallback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Ingestion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Deserialized GraphDocuments bulk-loaded into Neo4j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__Entity__ common label + MENTIONS source reference</a:t>
            </a:r>
          </a:p>
        </p:txBody>
      </p:sp>
      <p:pic>
        <p:nvPicPr>
          <p:cNvPr id="4" name="Picture 3" descr="slide3_ex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11430000" cy="2495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Methodology — Community Detection &amp; Entity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Step 1: Embedding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multilingual-e5-large -&gt; 1024-dim vector per entity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Step 2: Community Detection (GDS)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KNN: cosine similarity &gt;= 0.95 -&gt; SIMILAR relationship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WCC: connected components -&gt; community ID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Step 3: Entity Resolution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Candidate filtering: APOC text edit distance &lt;= 3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Gemini structured output (Pydantic schema) for merge judgment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APOC mergeNodes for duplicate removal</a:t>
            </a:r>
          </a:p>
        </p:txBody>
      </p:sp>
      <p:pic>
        <p:nvPicPr>
          <p:cNvPr id="4" name="Picture 3" descr="slide4_comm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114800"/>
            <a:ext cx="11430000" cy="10525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 — Interactive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Pipeline control + graph visualization + real-time log in single dashboard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SSE-based live log streaming, auto-refresh on pipeline completion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- 5 layout algorithms, pan/zoom interaction</a:t>
            </a:r>
          </a:p>
        </p:txBody>
      </p:sp>
      <p:pic>
        <p:nvPicPr>
          <p:cNvPr id="4" name="Picture 3" descr="screenshot_grap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5486400" cy="2979305"/>
          </a:xfrm>
          <a:prstGeom prst="rect">
            <a:avLst/>
          </a:prstGeom>
        </p:spPr>
      </p:pic>
      <p:pic>
        <p:nvPicPr>
          <p:cNvPr id="5" name="Picture 4" descr="screenshot_graph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486400" cy="38462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8"/>
              </a:spcAft>
              <a:defRPr sz="1100">
                <a:solidFill>
                  <a:srgbClr val="666666"/>
                </a:solidFill>
              </a:defRPr>
            </a:pPr>
            <a:r>
              <a:t>Left: Full knowledge graph network view          Right: Entity relationship detail 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 — Pipeline Output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Input Document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EU AI Act (full text)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Chunking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Qwen3 tokenizer, 350 tok / 75 overlap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Extraction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vLLM primary + Gemini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Final Nodes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475 (__Entity__)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Final Edges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500 (relationships)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Entity Resolution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KNN+WCC community detection -&gt; Gemini -&gt; APOC merge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846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Key Achievements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- Automated conversion of EU AI Act into structured knowledge graph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- Dual-LLM strategy reduced extraction failure rate vs single model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- Community-based entity resolution removed duplicate nodes, improving graph quality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